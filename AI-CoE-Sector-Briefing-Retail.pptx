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AI Center of Excellence | Retail &amp; Consumer Goods (RSA)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7899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AI for omnichannel CX, supply-chain resilience, and store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EAF4FB"/>
                </a:solidFill>
                <a:latin typeface="Segoe UI"/>
              </a:rPr>
              <a:t>Executive briefing | 9 slides | Internal seller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EAF4FB"/>
                </a:solidFill>
                <a:latin typeface="Segoe UI"/>
              </a:rPr>
              <a:t>Yuri Baijnath - CSU Cloud &amp; AI Lead (South Africa), 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Version 1.0 | 2026-06-03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2. Sector context | what's driving AI in this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RSA retail: thin margins, POPIA + PCI-DSS overlap, supply-chain volatility, omnichannel CX expectation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Top-5 SA retailers chasing single-digit gross-margin pickup - AI in supply chain is board-priority.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POPIA + PCI-DSS overlap on payment-personal-data; AI use-cases must respect both.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Store-ops Copilot for managers is the highest-engagement first wave (Teams + M365 already deployed).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Omnichannel CX: AI co-pilot reduces returns + abandonment; instrument carefully or you create new complaint vectors.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Loyalty data + personalisation: Consumer Protection Act + POPIA constrain segmentation models.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Mobile-first market - WhatsApp / SMS channels for CX agents are non-negotiable.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3. Regulators &amp; frameworks | what governs the AI use-case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56692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Sector regulators (RSA)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Information Regulator - POPIA (data subject rights, marketing opt-in)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PCI-DSS (card-not-present + tokenisation)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Consumer Protection Act (CPA) - automated-decision disclosure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Competition Commission - pricing-algorithm scrutiny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Department of Trade, Industry &amp; Competition - B-BBEE supply scoring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FSCA - if private-label credit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822960"/>
            <a:ext cx="566928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Cross-cutting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RAI v2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ISO/IEC 42001:2023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NIST AI RMF 1.0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PCI-DSS v4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WAF (Retail)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Cloud Adoption Framework - Retail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4. Top 3 named AI use-cases for this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3749039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Omnichannel CX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Copilot Studio + Foundry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25-35% deflection from human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Order status + returns initiation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Loyalty redemption + tier guidance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Product recommendation grounded in catalogue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WhatsApp / web / app channels unified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POPIA opt-in check; PCI-DSS tokenised reads only; HITL on refunds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822960"/>
            <a:ext cx="3749039" cy="5486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Supply-chain reasoning agent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Azure AI Foundry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Stock-out reduction 15-25%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Demand-signal synthesis (POS + weather + events)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Replenishment recommendation with rationale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Supplier-risk scoring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Buyer co-pilot for category-management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19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Reasoning trace; planner HITL; Defender posture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8" y="822960"/>
            <a:ext cx="3749039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Store-ops Copilot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58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8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M365 Copilot + Copilot Studio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8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1-2 hr/manager/day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8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8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Shift planning over Teams Shifts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Compliance check-in templates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Incident reporting with auto-classification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Daily-flash from store KPIs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18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8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Purview sensitivity labels; Copilot SOE adoption playbook (ACC-3)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5. Sample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Five-layer reference: omnichannel surfaces over agent orchestration over a retail data foundation, governance-wrapped for POPIA + PCI.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Experience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80160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M365 Copilot for HQ + store managers; Copilot Studio for WhatsApp / web CX; Power Pages for clienteling.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2743200" cy="9601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87752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Orchestration /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313432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496312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Copilot Studio for CX intents; Foundry for supply-chain reasoning; Logic Apps for events.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46704"/>
            <a:ext cx="2743200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21024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Reasoning &amp; retrieval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346704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529584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gpt-4o-mini default; gpt-4o for supply reasoning; vector index over catalogue + policy.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79976"/>
            <a:ext cx="2743200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54296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Data foundation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4379976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4562856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Fabric + Synapse + Dataverse; POS + loyalty + ERP via APIM; tokenised payment store separate.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13248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87568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Governance &amp; security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5413248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5596128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Purview AI Hub; Defender for Cloud AI; PCI tokenisation in scope-restricted VNet; POPIA landing zone.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6. Sovereignty &amp; governance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POPIA + PCI-DSS together: residency for personal data, network segregation for payment data, both audited by Purview.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SA North + SA West regions; data-zone scoping for personal data.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PCI-CDE in dedicated VNet with private endpoints; quarterly ASV scan.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Tokenisation surface excludes raw PAN from model inputs.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POPIA opt-in stored in Dataverse; AI prompts gated on consent state.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Purview AI Hub provides reasoning trace for Information Regulator + PCI assessor.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Defender for Cloud AI surfaces shadow-AI in marketing tools.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7. Engagement shape | ATO sizing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256032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822960"/>
            <a:ext cx="29260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8869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Vehicle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822960"/>
            <a:ext cx="2011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8869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Envelope (USD)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822960"/>
            <a:ext cx="4297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886968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28016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Envision workshop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28016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37160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Pre-sales ECIF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28016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37160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128016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137160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CX + supply-chain use-case shortlist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82880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92024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Store-ops pilot (6 wk)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182880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92024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ECIF + ACO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0" y="182880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192024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150,000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182880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92024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Manager Copilot adoption + KPI baseline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37744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46888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CX agent pilot (10 wk)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237744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246888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37744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46888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400,000-800,000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37744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46888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WhatsApp agent + reasoning eval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260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1752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Supply-chain pilot (12 wk)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92608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301752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9260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01752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292608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80" y="301752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Category-management co-pilot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7472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56616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 run-rate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347472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356616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MAICPP + partner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47472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0" y="356616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by partner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347472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0" y="356616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Scale + FinOps + governance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029200"/>
            <a:ext cx="1143000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093208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Anonymised reference: Top-5 SA omnichannel retailer - store-ops Copilot adoption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57784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Adoption cohort of 800 store managers reached 65% weekly active in 90 days; self-reported 90 minutes/day recovered; CSAT held flat. Reference under NDA via account team.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8. Anchored accelerators (from accelerators/)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Pre-built CoE assets that compress weeks 1-8 of pilot delivery for this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ACC-3 M365 Copilot SOE Adoption Playbook - the store-ops adoption path.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ACC-2 POPIA Landing Zone - PCI + POPIA dual-control foundation.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ACC-5 DocIntel + Foundry Pattern - returns + invoice reconciliation.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AI-CoE-AI-Impact-Assessment.xlsx - per-use-case governance.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AI-CoE-AI-TCO-Calculator.xlsx - per-seat vs per-token for CX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9. What to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7899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Stand up store-ops Copilot first; let the wins fund the agent build.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Book the Envision workshop ($50K ECIF).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Launch ACC-3 SOE Copilot for store managers in parallel with envisioning.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Reserve CX agent for week 6 onwards - WhatsApp integration takes runway.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Use TCO calculator to choose per-seat vs per-token for the agent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Pair with: AI-CoE-Pitch-Deck.pptx | AI-CoE-Sovereign-AI-RSA.pptx | AI-CoE-Objection-Handling.pptx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Retail &amp; Consumer Goods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